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Presensi QR di dalam kelas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</a:defRPr>
            </a:pPr>
            <a:r>
              <a:t>Implementasi Aplikasi Presensi QR Code guna mempermudah rekapitulasi kehadiran siswa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</a:defRPr>
            </a:pPr>
            <a:r>
              <a:t>SMP Dharma Bakti, Cisoka, Kabupaten Tangerang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</a:defRPr>
            </a:pPr>
            <a:r>
              <a:t>PKM Teknik Informatika, Universitas Pamulang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C1744"/>
                </a:solidFill>
              </a:defRPr>
            </a:pPr>
            <a:r>
              <a:t>Masalah yang sering terjadi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Mengabsen satu per satu memakan waktu pelajaran.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Rekap kehadiran harus diketik ulang untuk wali kelas.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Siswa bisa hadir pagi lalu menghilang di pelajaran berikutnya.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Kartu hilang atau data tercecer di buku yang berbeda.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C1744"/>
                </a:solidFill>
              </a:defRPr>
            </a:pPr>
            <a:r>
              <a:t>Cara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1. Guru memilih pelajaran dan mengambil kelas yang Kosong.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2. Siswa menunjukkan kartu QR, guru memindai dengan HP.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3. Pelajaran selesai, guru mengetuk Akhiri pelajaran.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4. Kelas kembali Kosong sampai guru berikutnya mengambilnya.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C1744"/>
                </a:solidFill>
              </a:defRPr>
            </a:pPr>
            <a:r>
              <a:t>Wali kelas melihat, tidak memindai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Siapa mengajar sekarang dan pelajaran apa.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Kehadiran siswa tiap pelajaran dalam satu tabel.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Siswa yang bolos ditandai otomatis.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Izin dan sakit dicatat wali kelas lewat Rekap Harian.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C1744"/>
                </a:solidFill>
              </a:defRPr>
            </a:pPr>
            <a:r>
              <a:t>Kartu hilang? Cetak satu saja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Pilih nama siswa, cetak satu kartu pengganti.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QR lama bisa dimatikan dengan Buat QR baru.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Sementara menunggu, guru cukup mengetik NIS siswa.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C1744"/>
                </a:solidFill>
              </a:defRPr>
            </a:pPr>
            <a:r>
              <a:t>Rekap siap pakai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Rekap bulanan dan rekap per pelajaran diunduh sebagai Excel.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Guru mata pelajaran menyerahkan rekap ke wali kelas tanpa mengetik ulang.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Papan kehadiran menampilkan seluruh kelas secara langsung.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C1744"/>
                </a:solidFill>
              </a:defRPr>
            </a:pPr>
            <a:r>
              <a:t>Sesi praktik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Setiap guru mencoba dari HP masing-masing.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Ambil kelas DEMO, pindai 3 kartu, akhiri pelajaran.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Admin membuat akun guru dan siswa baru, lalu langsung dipindai.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Wali kelas melihat hasilnya di Kelas Saya.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C1744"/>
                </a:solidFill>
              </a:defRPr>
            </a:pPr>
            <a:r>
              <a:t>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Pre-test sebelum penyuluhan dan post-test setelah praktik.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Kuesioner kemudahan, kecepatan, dan akurasi.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Kuis penutup berupa tanya jawab singkat.</a:t>
            </a:r>
          </a:p>
          <a:p>
            <a:pPr>
              <a:spcAft>
                <a:spcPts val="1000"/>
              </a:spcAft>
              <a:defRPr sz="2200" b="0">
                <a:solidFill>
                  <a:srgbClr val="333A4D"/>
                </a:solidFill>
              </a:defRPr>
            </a:pPr>
            <a:r>
              <a:t>Berkas instrumen tersedia di Instrumen-Evaluasi.docx.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0" cy="128016"/>
          </a:xfrm>
          <a:prstGeom prst="rect">
            <a:avLst/>
          </a:prstGeom>
          <a:solidFill>
            <a:srgbClr val="FFE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</a:defRPr>
            </a:pPr>
            <a:r>
              <a:t>Pertanyaan dan masukan dari bapak dan ibu guru.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